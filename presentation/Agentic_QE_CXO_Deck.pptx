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636D-153C-8B2D-BE7F-A0946E417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4426B-97A7-1EE2-9AFF-592890E5A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B6664-1548-8A7A-7CF0-E21055A9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2DAE9-7A39-E7A9-DCAA-5A3AC6A2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D08E9-180F-33D7-36CD-6FC8CCCA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8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AC2E-24EC-19DC-1546-8F173FA1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CDDDE-5AA2-2A78-4F9B-AF0C177FE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D394C-2CCB-8DAB-6516-D24FEC9A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04088-C9F6-4B7B-2F0A-49DC360E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DECA4-B72C-3174-9BEA-6281D410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96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AD20-5F58-FE0C-9AD9-B9183804A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31BC0-E38E-7515-48A8-B3BF7BD0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11843-398F-B05A-33D3-13EBD5BF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0E134-5946-CC68-8D9B-E54C75C9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C473A-0DA8-AC12-75FA-D019C038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17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A279-A1E6-6198-D01E-6BF457649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5FB0B-06BC-5BD4-5DC2-39AE13DC3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3E9AA-66A5-67BC-DABE-B5C05D5F0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11F56-A379-9E0C-BD62-694B55EC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11C8D-81B6-9B1D-D171-DBAD4E21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5A017-3995-CF83-D189-A967A2E9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45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FE16-4FB2-0AC3-E30E-B7E872EE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4C55C-4C9E-B46A-3590-8EE3DF65D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A1D02-2233-DBAC-7B6E-BF3728E90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6C696D-164A-65A7-84A9-39E1BCB6EE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FA20E-9FB1-FCE1-4244-B96EF0FAA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A7DF5E-A56E-43E6-363F-70AC0A43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54503-2232-E920-C774-84406234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98A40-4074-135C-4467-3A467618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71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7A11-1BEB-24BA-4FEE-0924ABAEB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A492D6-94F7-37A0-48FD-80653D4D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09E56-846C-6568-CBCA-F62899CA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3C074-4E01-2821-D476-51F500FE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29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07D780-33C6-A4E7-0449-839800CC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BEF07-2EFB-CF5F-045A-1DD1E590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4E5D2-CF1A-7E86-1BE9-F73DC330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58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55C9-BD64-A6D5-01C4-D9074CA5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67BE1-1ADE-6C19-555C-EB86ACAE5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59028-4E87-0655-9959-46569CA96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5BB8A-161E-EF23-C08B-C33605BE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99781-50AF-0F0B-6011-8A67E6A2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E0AF2-FD07-0F81-F9DC-9B6BC52EC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9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A333-AA95-4B88-AA21-0057AFCF8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13DCC-7298-787D-A14F-4160FA6ED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79458-5105-C513-F7AF-6E51280AE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4F3B6-373D-B604-9BE9-BCC9AA9E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BBFE6-B4C9-F95D-3199-F409480D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08845-C085-4DE7-D1A9-1D65E065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65F1-4151-AA18-A553-C961AEE9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8E736-AA36-05AB-51ED-28FBBBFA4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38558-DDB6-5CA5-6A89-CC69E5AC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FCE54-0D33-70F4-F13B-C4A748F5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ED194-7CF2-FA79-6EC4-5F35ECE0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53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FA267B-FF6A-A919-77BC-11D1CFA23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1591F-49F4-EF04-41D1-587ADEC0F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39D94-22FE-7AF1-9FCE-3C818954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6D435-FF21-766D-E597-CE115C19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C08F8-8AEE-3FA9-DA13-BB51682D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226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7E0F-F064-A151-67F4-8C908108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958E9-3DD2-5273-0D7A-343300A7C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7A42D-D1FE-A4D2-462C-05FCA034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1D8F8-19E9-AAB1-6CAA-34EB6D60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1CAAF-C9B0-73E2-4EC1-8C3CEA72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0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25E3C-92A6-7491-86A4-8FB9E8AE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5FAFD-B01B-0555-0983-84E2B184A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EE77E-6074-B55B-D484-6BEABA01E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6DB54-2147-4434-A445-1E4D6F488C71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A3875-3C81-3C71-E647-9C1C6D89D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6C656-F5E7-8BF2-E969-3720B3714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2E869-4F1E-4001-8678-433F8985A1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52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89E9-48A6-57DB-FE3C-884E0CF2A0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Agentic QE at VikingCloud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88CBC-C27B-BE3B-C8AF-23629D35D9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/>
              <a:t>The Opportunity</a:t>
            </a:r>
            <a:r>
              <a:rPr lang="en-US"/>
              <a:t>Manual test design consumes 4-8 hours per story across our squads</a:t>
            </a:r>
            <a:endParaRPr lang="en-IN"/>
          </a:p>
          <a:p>
            <a:r>
              <a:rPr lang="en-US"/>
              <a:t>Coverage gaps in security, edge cases, and UAT drive escape defects</a:t>
            </a:r>
            <a:endParaRPr lang="en-IN"/>
          </a:p>
          <a:p>
            <a:r>
              <a:rPr lang="en-US"/>
              <a:t>Automation backlog outpaces SDET capacity</a:t>
            </a:r>
            <a:endParaRPr lang="en-IN"/>
          </a:p>
          <a:p>
            <a:r>
              <a:rPr lang="en-US"/>
              <a:t>The Answer: AI agents with human-gated quality controls</a:t>
            </a:r>
            <a:endParaRPr lang="en-IN"/>
          </a:p>
          <a:p>
            <a:r>
              <a:rPr lang="en-US"/>
              <a:t>Cursor agents read Jira + Confluence + PRDs and auto-generate labeled test cases</a:t>
            </a:r>
            <a:endParaRPr lang="en-IN"/>
          </a:p>
          <a:p>
            <a:r>
              <a:rPr lang="en-US"/>
              <a:t>QA SME review before publish. Full traceability Jira to XRay to Automation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0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FC703-B484-D073-AA7B-893AC492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Works and What We Measure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8A2B1-30E5-2D1D-5605-74FA61051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8-phase continuous loop: Intake, Knowledge, Design, Review, XRay, Automate, Codegen, Execute11 specialized agents. 6 mandatory human review gates. Zero compromise on quality bar</a:t>
            </a:r>
          </a:p>
          <a:p>
            <a:r>
              <a:rPr lang="en-US"/>
              <a:t>Year 1 measurable targets (illustrative, 4 squads / ~16 QE FTE)</a:t>
            </a:r>
            <a:endParaRPr lang="en-IN"/>
          </a:p>
          <a:p>
            <a:r>
              <a:rPr lang="en-US"/>
              <a:t>TC authoring time: down 75 percent (under 15 min vs 4-8 hrs per story)</a:t>
            </a:r>
            <a:endParaRPr lang="en-IN"/>
          </a:p>
          <a:p>
            <a:r>
              <a:rPr lang="en-US"/>
              <a:t>Escape defects: down 40 percent. Automation throughput: up 3x</a:t>
            </a:r>
            <a:endParaRPr lang="en-IN"/>
          </a:p>
          <a:p>
            <a:r>
              <a:rPr lang="en-US"/>
              <a:t>100 percent traceability: every story linked to XRay and automation</a:t>
            </a:r>
            <a:endParaRPr lang="en-IN"/>
          </a:p>
          <a:p>
            <a:r>
              <a:rPr lang="en-US"/>
              <a:t>Projected Year 1 value: 357K labor savings + 85K defect cost avoidance</a:t>
            </a:r>
            <a:endParaRPr lang="en-IN"/>
          </a:p>
          <a:p>
            <a:r>
              <a:rPr lang="en-US"/>
              <a:t>4.8x ROI. 18-week payback on 45K platform investment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27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CB2B-2F24-2D02-F2A8-943C3685C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Decision and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D8B7D-3C56-DDF0-9466-82108B4B0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The Ask: Approve 4-week pilot with 1 squad (10 stories)Investment: 45K Year 1 (Cursor, MCP integrations, QE training)</a:t>
            </a:r>
          </a:p>
          <a:p>
            <a:r>
              <a:rPr lang="en-US"/>
              <a:t>Pilot success criteria: 75 pct TC time reduction, 100 pct AC coverage, SME sign-off rate</a:t>
            </a:r>
            <a:endParaRPr lang="en-IN"/>
          </a:p>
          <a:p>
            <a:r>
              <a:rPr lang="en-US"/>
              <a:t>Rollout: Pilot (4 wks) then Integrate (6 wks) then Automate (6 wks) then Scale</a:t>
            </a:r>
            <a:endParaRPr lang="en-IN"/>
          </a:p>
          <a:p>
            <a:r>
              <a:rPr lang="en-US"/>
              <a:t>Risk mitigation: Human-in-the-loop at every gate. No auto-publish without SME approval</a:t>
            </a:r>
            <a:endParaRPr lang="en-IN"/>
          </a:p>
          <a:p>
            <a:r>
              <a:rPr lang="en-US"/>
              <a:t>Owner: QE Leadership. Executive sponsor requested for cross-squad adoption</a:t>
            </a:r>
            <a:endParaRPr lang="en-IN"/>
          </a:p>
          <a:p>
            <a:pPr>
              <a:lnSpc>
                <a:spcPct val="100000"/>
              </a:lnSpc>
            </a:pPr>
            <a:r>
              <a:rPr lang="en-US"/>
              <a:t>Decision needed: Greenlight pilot by end of Q3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15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Agentic QE at VikingCloud</vt:lpstr>
      <vt:lpstr>How It Works and What We Measure</vt:lpstr>
      <vt:lpstr>Decision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Mishra</dc:creator>
  <cp:lastModifiedBy>Vivek Mishra</cp:lastModifiedBy>
  <cp:revision>1</cp:revision>
  <dcterms:created xsi:type="dcterms:W3CDTF">2026-06-23T14:02:47Z</dcterms:created>
  <dcterms:modified xsi:type="dcterms:W3CDTF">2026-06-23T14:02:47Z</dcterms:modified>
</cp:coreProperties>
</file>