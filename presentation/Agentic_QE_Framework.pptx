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BFA4-9950-E77D-3474-9FDB9559D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0E995-FD19-35AD-0F5E-BF66C6DCE9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3B156-1F0A-6592-B494-FFACA9B43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1541-9D55-4B7C-82B3-87FAABCC50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ED3CC-C47C-C01A-C440-E7DC22D18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96345-DFE4-2DD4-02AC-9A83F162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5E4DA-B81B-47EA-9C99-872BFD075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136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38682-9125-E48E-CBB0-99C4CE114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7910A-761E-20F7-5CF0-B3D66FC3C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ADE53-AA67-DBD3-E9AC-F1454C9DD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1541-9D55-4B7C-82B3-87FAABCC50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982D-67CF-9873-8F54-FFFA7E2FB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3BFB0-878E-B6FB-4E14-04673D8F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5E4DA-B81B-47EA-9C99-872BFD075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419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4A489-DE38-12C1-6F28-75BBE2E21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84496-9AD3-7344-98C1-72DDEA2EF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55992-9491-F15A-E363-DECAA0E63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1541-9D55-4B7C-82B3-87FAABCC50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D8A56-03E6-460A-FB2E-3C9AEB264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A7B01-6377-2BBA-1BD9-9D8DA408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5E4DA-B81B-47EA-9C99-872BFD075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924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54A5C-25F7-3348-0F72-42CBD21BF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DB9FE-9546-E01D-C29D-B7492CCFA5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A9CD9A-F801-AD51-AB66-BD407853E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903A5-AA4D-CC39-62CE-0DB821C3B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1541-9D55-4B7C-82B3-87FAABCC50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29643-027C-B964-E005-EC1855D51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B0792-9CDE-3547-38B3-9FC01D953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5E4DA-B81B-47EA-9C99-872BFD075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669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1ABB1-A7A4-5252-5FE0-470682B15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20CF9-E277-F171-AC92-4CA828682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5F342-C4A7-0536-060C-E0F06D4F6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AF9C25-6B46-1B43-2791-CA5A5CA76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4EEEE1-A4D8-084F-2DDC-4E44EF1EC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F2CE7E-4048-B27B-12F3-DDE1F5530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1541-9D55-4B7C-82B3-87FAABCC50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AF249D-3C64-3D08-79A4-D8D726833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C66C4F-76FE-7862-5E3C-BDC8B5BE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5E4DA-B81B-47EA-9C99-872BFD075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06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55F7B-A3B8-BD96-B58B-E34B54FD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BC4148-E8FD-7FC0-8FB9-9DD2F8543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1541-9D55-4B7C-82B3-87FAABCC50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C03BB-E39F-CC75-ED78-8681046A0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23E060-6E83-45FA-6E44-CC6AE72EA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5E4DA-B81B-47EA-9C99-872BFD075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512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58401B-066C-F4CE-AE7C-7F86A318C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1541-9D55-4B7C-82B3-87FAABCC50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75B5E-CB02-837B-C6AC-1C16010F4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43FB8-DAB8-CFDC-BD93-5CCE09BB3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5E4DA-B81B-47EA-9C99-872BFD075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370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BED48-5E81-3811-6F06-401BAD79C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E5A56-A25D-A0FB-B978-352278B19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CEE41-6619-ABC4-609F-4AAC04CDA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ABD5F-FEA1-D85D-8607-474D51D02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1541-9D55-4B7C-82B3-87FAABCC50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BFB3E-F431-27EF-7576-8607F7464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CA25E-AB3A-6614-C19C-45BC03E13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5E4DA-B81B-47EA-9C99-872BFD075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26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AE49E-A76F-7CA5-2BC8-18B75FA8B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3DAECA-C134-0B17-F6B8-4C375F9F45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8080D-740D-497D-E300-413BBDD1F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CCD2D-7A12-3759-40E6-408655D7A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1541-9D55-4B7C-82B3-87FAABCC50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B666E-0731-DA0C-089A-EE4C504AC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11760-77B3-887B-2558-0AB4A63C3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5E4DA-B81B-47EA-9C99-872BFD075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282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1FB2F-03FC-094D-9379-34C816A53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01F324-2F1A-BA49-9D41-000C27A69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1BC53-A263-1475-BCBD-E49A36285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1541-9D55-4B7C-82B3-87FAABCC50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9319-8EFB-54A6-C5C9-D1E12C87A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369EE-98A4-2C6E-860E-6F3191713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5E4DA-B81B-47EA-9C99-872BFD075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18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ECDCD6-F2ED-F56B-AF9D-87C37C3ABA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B157B-B6D5-43F6-18CE-F3D18B4B9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2EC72-9FCA-A808-AE10-FDF6F2DB3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1541-9D55-4B7C-82B3-87FAABCC50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59F46-E692-98A5-DF17-D92743B40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A9903-ED83-9524-46AE-7327DF4DA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5E4DA-B81B-47EA-9C99-872BFD075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549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9ECC9-4B37-42F5-6FAB-B8567B37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9404F-8391-5E1E-C649-28536DB39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4157F-D2BD-A2AC-631F-0D18D1A32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1541-9D55-4B7C-82B3-87FAABCC50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65ED8-7A6A-F0B5-B9B5-8E1F02E72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1620B-CDCC-30DD-9F80-E38BAB35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5E4DA-B81B-47EA-9C99-872BFD075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327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A89C20-AEF1-7AE6-6250-86A618A2F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11743-4A7E-5D08-98E0-C15A1D51E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D779C-7A50-43A9-088C-74C955EE59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C1541-9D55-4B7C-82B3-87FAABCC506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DC650-5100-5D5C-A761-1CF11538D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DA1B2-E698-DFD5-9D08-96D808ACC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D5E4DA-B81B-47EA-9C99-872BFD075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238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0459-73F7-DC88-D3E9-9EFE47F9A0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Agentic QE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C4F53-E6BD-EC64-A616-17E316F2FC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/>
              <a:t>End-to-End AI-Powered Quality EngineeringCursor Agents + Jira + Confluence + XRay + Automation</a:t>
            </a:r>
          </a:p>
          <a:p>
            <a:r>
              <a:rPr lang="en-IN"/>
              <a:t>Human-in-the-Loop with Measurable Gates</a:t>
            </a:r>
          </a:p>
          <a:p>
            <a:r>
              <a:rPr lang="en-IN"/>
              <a:t>June 2026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078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AD097-5B51-48B7-E7E8-A97021E0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Executive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C56BF-0C8F-31ED-E933-487E357DE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AI agents auto-generate labeled test cases from Jira storiesContext enriched from Confluence, PRDs, and customer bug history</a:t>
            </a:r>
          </a:p>
          <a:p>
            <a:r>
              <a:rPr lang="en-US"/>
              <a:t>QA SME review before XRay publication - quality bar preserved</a:t>
            </a:r>
            <a:endParaRPr lang="en-IN"/>
          </a:p>
          <a:p>
            <a:r>
              <a:rPr lang="en-US"/>
              <a:t>Automation MCP generates Cypress/Playwright scripts from approved tests</a:t>
            </a:r>
            <a:endParaRPr lang="en-IN"/>
          </a:p>
          <a:p>
            <a:r>
              <a:rPr lang="en-US"/>
              <a:t>Defects auto-filed to Jira with full traceability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002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F632D-02D8-9629-111D-85D8AA4F3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5CBCF-3CDC-9187-5554-2C5D55447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Manual test case authoring: 4-8 hours per storyInconsistent coverage: security, edge, UAT often missed</a:t>
            </a:r>
          </a:p>
          <a:p>
            <a:r>
              <a:rPr lang="en-US"/>
              <a:t>Knowledge siloed across Jira, Confluence, PRDs, bug history</a:t>
            </a:r>
            <a:endParaRPr lang="en-IN"/>
          </a:p>
          <a:p>
            <a:r>
              <a:rPr lang="en-US"/>
              <a:t>Automation backlog grows faster than SDET capacity</a:t>
            </a:r>
            <a:endParaRPr lang="en-IN"/>
          </a:p>
          <a:p>
            <a:r>
              <a:rPr lang="en-US"/>
              <a:t>Weak traceability: Story to TC to Automation to Defect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226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06733-086A-1E5A-F884-17441A789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Vision and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A2967-BF82-5253-DBD8-5ED4E0D57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Accelerate: TC draft in under 15 minutes per story</a:t>
            </a:r>
            <a:r>
              <a:rPr lang="en-US"/>
              <a:t>Broaden: Systematic functional, NFR, security, data, edge, UAT coverage</a:t>
            </a:r>
            <a:endParaRPr lang="en-IN"/>
          </a:p>
          <a:p>
            <a:r>
              <a:rPr lang="en-US"/>
              <a:t>Preserve: Mandatory human review gates at every critical step</a:t>
            </a:r>
            <a:endParaRPr lang="en-IN"/>
          </a:p>
          <a:p>
            <a:r>
              <a:rPr lang="en-US"/>
              <a:t>Trace: 100 percent Jira to XRay to Automation to Defect linkage</a:t>
            </a:r>
            <a:endParaRPr lang="en-IN"/>
          </a:p>
          <a:p>
            <a:r>
              <a:rPr lang="en-US"/>
              <a:t>Measure: KPIs on cycle time, coverage, automation rate, escapes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622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A5479-2A9E-18A9-4C74-330D4892F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8-Phase Lifecycle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03E06-0A09-20A9-BA53-547C15F56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Story Intake - Parse Jira DOD and Acceptance Criteria2. Knowledge Retrieval - Confluence, PRD, customer bugs</a:t>
            </a:r>
          </a:p>
          <a:p>
            <a:r>
              <a:rPr lang="en-US"/>
              <a:t>3. Test Design - Multi-agent TC generation with labels</a:t>
            </a:r>
            <a:endParaRPr lang="en-IN"/>
          </a:p>
          <a:p>
            <a:r>
              <a:rPr lang="en-US"/>
              <a:t>4. QA SME Review - Checklist-gated approval (rework loop)</a:t>
            </a:r>
            <a:endParaRPr lang="en-IN"/>
          </a:p>
          <a:p>
            <a:r>
              <a:rPr lang="en-US"/>
              <a:t>5. XRay Sync - Publish finalized test cases</a:t>
            </a:r>
            <a:endParaRPr lang="en-IN"/>
          </a:p>
          <a:p>
            <a:r>
              <a:rPr lang="fr-FR"/>
              <a:t>6. Automation Plan - Scout identifies candidates</a:t>
            </a:r>
            <a:endParaRPr lang="en-IN"/>
          </a:p>
          <a:p>
            <a:r>
              <a:rPr lang="en-US"/>
              <a:t>7. Script Generation - Cypress/Playwright via MCP</a:t>
            </a:r>
            <a:endParaRPr lang="en-IN"/>
          </a:p>
          <a:p>
            <a:r>
              <a:rPr lang="en-US"/>
              <a:t>8. Execute and Defect - CI runs, Jira bugs with labels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201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CAEA5-C597-1488-213C-49EBFACCD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 1-2: Intake and Knowledge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02998-FFE9-1F70-863B-77B76C9EA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Story Context Agent: Triggered when story is Ready for QA</a:t>
            </a:r>
            <a:r>
              <a:rPr lang="fr-FR"/>
              <a:t>Parses description, AC, DOD, labels, component, epic link</a:t>
            </a:r>
            <a:endParaRPr lang="en-US"/>
          </a:p>
          <a:p>
            <a:r>
              <a:rPr lang="en-US"/>
              <a:t>Knowledge Agent: RAG over Confluence pages and PRD docs</a:t>
            </a:r>
            <a:endParaRPr lang="en-IN"/>
          </a:p>
          <a:p>
            <a:r>
              <a:rPr lang="en-US"/>
              <a:t>Pulls related customer bugs and regression history</a:t>
            </a:r>
            <a:endParaRPr lang="en-IN"/>
          </a:p>
          <a:p>
            <a:r>
              <a:rPr lang="en-IN"/>
              <a:t>Human Gate: PO confirms scope; SME validates source relevance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174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22E8-8917-E3AB-5769-2F4958305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 3: Multi-Agent Test Design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9D5EB-2A3D-E908-2D2A-F64F346AE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Test Design Agent: Functional, edge, data-centric, NFR casesSecurity Test Agent: OWASP categories, auth boundaries</a:t>
            </a:r>
          </a:p>
          <a:p>
            <a:r>
              <a:rPr lang="en-US"/>
              <a:t>UAT Agent: Business scenarios from PRD personas</a:t>
            </a:r>
            <a:endParaRPr lang="en-IN"/>
          </a:p>
          <a:p>
            <a:r>
              <a:rPr lang="en-US"/>
              <a:t>Each TC tagged: priority, component, source citation</a:t>
            </a:r>
            <a:endParaRPr lang="en-IN"/>
          </a:p>
          <a:p>
            <a:r>
              <a:rPr lang="en-IN"/>
              <a:t>Automation candidate flag set per TC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562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32F2-3109-065E-8237-16BD34FA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Test Case Taxonomy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ECB36-C5DD-589E-93DA-A6EB2B725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functional - Core feature behavior per ACnon-functional - Performance, reliability, usability</a:t>
            </a:r>
          </a:p>
          <a:p>
            <a:r>
              <a:rPr lang="en-US"/>
              <a:t>edge-case - Boundaries, empty states, concurrency</a:t>
            </a:r>
            <a:endParaRPr lang="en-IN"/>
          </a:p>
          <a:p>
            <a:r>
              <a:rPr lang="en-IN"/>
              <a:t>data-centric - CRUD, validation, migration</a:t>
            </a:r>
          </a:p>
          <a:p>
            <a:r>
              <a:rPr lang="en-US"/>
              <a:t>security - AuthN/Z, injection, IDOR, exposure</a:t>
            </a:r>
            <a:endParaRPr lang="en-IN"/>
          </a:p>
          <a:p>
            <a:r>
              <a:rPr lang="en-IN"/>
              <a:t>uat - Business acceptance flows</a:t>
            </a:r>
          </a:p>
          <a:p>
            <a:r>
              <a:rPr lang="en-US"/>
              <a:t>accessibility - WCAG, keyboard, screen reader</a:t>
            </a:r>
            <a:endParaRPr lang="en-IN"/>
          </a:p>
          <a:p>
            <a:r>
              <a:rPr lang="en-IN"/>
              <a:t>api-contract - Schema, status codes, versioning</a:t>
            </a:r>
          </a:p>
          <a:p>
            <a:pPr>
              <a:lnSpc>
                <a:spcPct val="100000"/>
              </a:lnSpc>
            </a:pPr>
            <a:r>
              <a:rPr lang="en-IN"/>
              <a:t>regression - Prior bug reproduction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314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3759-F216-8846-1786-FF12FE85F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 4: QA SME Review Gate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CCD87-5C4A-D0D3-9854-BEA986B84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Review Orchestrator produces coverage matrix vs ACMandatory checklist: AC 100 percent, all categories, no duplicates</a:t>
            </a:r>
          </a:p>
          <a:p>
            <a:r>
              <a:rPr lang="en-US"/>
              <a:t>Security cases required for trust boundaries</a:t>
            </a:r>
            <a:endParaRPr lang="en-IN"/>
          </a:p>
          <a:p>
            <a:r>
              <a:rPr lang="en-US"/>
              <a:t>Peer sign-off for P1 stories</a:t>
            </a:r>
            <a:endParaRPr lang="en-IN"/>
          </a:p>
          <a:p>
            <a:r>
              <a:rPr lang="en-US"/>
              <a:t>Reject: rework loop back to Test Design</a:t>
            </a:r>
            <a:endParaRPr lang="en-IN"/>
          </a:p>
          <a:p>
            <a:r>
              <a:rPr lang="en-US"/>
              <a:t>Approve: proceed to XRay publication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863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D42C0-705C-18F2-5D84-9D245B67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Phase 5: XRay Publication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B57B8-0327-129C-6615-4AF691F83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XRay Sync Agent creates/updates tests via MCPLinks each test to Jira story for traceability</a:t>
            </a:r>
          </a:p>
          <a:p>
            <a:r>
              <a:rPr lang="en-IN"/>
              <a:t>Applies labels matching taxonomy</a:t>
            </a:r>
          </a:p>
          <a:p>
            <a:r>
              <a:rPr lang="en-US"/>
              <a:t>Human Gate: QE Lead approves publish</a:t>
            </a:r>
            <a:endParaRPr lang="en-IN"/>
          </a:p>
          <a:p>
            <a:r>
              <a:rPr lang="en-US"/>
              <a:t>Test plan version tagged for audit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473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3AE55-739F-2EF4-303F-29D2D7B36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Phase 6-7: Automation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23B9C-051C-2290-E733-7760B1FB3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Automation Scout monitors XRay for new approved testsPrioritizes P1/P2 automation candidates</a:t>
            </a:r>
          </a:p>
          <a:p>
            <a:r>
              <a:rPr lang="en-US"/>
              <a:t>Codegen Agent generates Cypress or Playwright scripts</a:t>
            </a:r>
            <a:endParaRPr lang="en-IN"/>
          </a:p>
          <a:p>
            <a:r>
              <a:rPr lang="en-US"/>
              <a:t>Follows page object standards, data-testid selectors</a:t>
            </a:r>
            <a:endParaRPr lang="en-IN"/>
          </a:p>
          <a:p>
            <a:r>
              <a:rPr lang="en-IN"/>
              <a:t>SDET code review gate before merge</a:t>
            </a:r>
          </a:p>
          <a:p>
            <a:r>
              <a:rPr lang="en-US"/>
              <a:t>PR links to XRay test key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774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9A8DF-7CE4-C90D-FC22-78ED3A14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 8: Execution and Defects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85793-BA1A-CCEB-DC38-8BF22C540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Execution Agent runs CI pipeline, collects artifacts</a:t>
            </a:r>
            <a:r>
              <a:rPr lang="en-US"/>
              <a:t>Flake detection and retry policy</a:t>
            </a:r>
            <a:endParaRPr lang="en-IN"/>
          </a:p>
          <a:p>
            <a:r>
              <a:rPr lang="en-US"/>
              <a:t>Product failures handled by Defect Triage Agent</a:t>
            </a:r>
            <a:endParaRPr lang="en-IN"/>
          </a:p>
          <a:p>
            <a:r>
              <a:rPr lang="en-US"/>
              <a:t>Auto-creates Jira bug with labels: auto-filed, component, severity</a:t>
            </a:r>
            <a:endParaRPr lang="en-IN"/>
          </a:p>
          <a:p>
            <a:r>
              <a:rPr lang="en-US"/>
              <a:t>Links: XRay test key, screenshot, stack trace</a:t>
            </a:r>
            <a:endParaRPr lang="en-IN"/>
          </a:p>
          <a:p>
            <a:r>
              <a:rPr lang="en-IN"/>
              <a:t>Dev triage validates product vs test fragility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4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4DCC7-A857-BDC4-EE67-8EF31FBAE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MCP Integration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FA98A-A569-008C-D4D6-43D5120D1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Cursor Orchestration Layer coordinates all agentsAtlassian MCP: Jira stories, Confluence, JQL search</a:t>
            </a:r>
          </a:p>
          <a:p>
            <a:r>
              <a:rPr lang="en-US"/>
              <a:t>XRay MCP: Test CRUD, story linking, run sync</a:t>
            </a:r>
            <a:endParaRPr lang="en-IN"/>
          </a:p>
          <a:p>
            <a:r>
              <a:rPr lang="en-US"/>
              <a:t>Git/CI MCP: Repo read, PR creation, pipeline trigger</a:t>
            </a:r>
            <a:endParaRPr lang="en-IN"/>
          </a:p>
          <a:p>
            <a:r>
              <a:rPr lang="en-US"/>
              <a:t>Test Framework MCP: Cypress/Playwright codegen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068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8AAE0-7207-E5EC-F799-937FDC356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Human-in-the-Loop Gates (6)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61B72-4D04-E6B7-BA8D-E6A538E79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Gate 1: PO scope confirmation (Definition of Ready)Gate 2: SME source validation (knowledge retrieval)</a:t>
            </a:r>
          </a:p>
          <a:p>
            <a:r>
              <a:rPr lang="en-US"/>
              <a:t>Gate 3: QA SME test review (mandatory checklist)</a:t>
            </a:r>
            <a:endParaRPr lang="en-IN"/>
          </a:p>
          <a:p>
            <a:r>
              <a:rPr lang="en-US"/>
              <a:t>Gate 4: QE Lead XRay publish approval</a:t>
            </a:r>
            <a:endParaRPr lang="en-IN"/>
          </a:p>
          <a:p>
            <a:r>
              <a:rPr lang="en-US"/>
              <a:t>Gate 5: SDET automation prioritization and code review</a:t>
            </a:r>
            <a:endParaRPr lang="en-IN"/>
          </a:p>
          <a:p>
            <a:r>
              <a:rPr lang="en-US"/>
              <a:t>Gate 6: Dev defect triage (product vs test)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2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D599F-5887-0159-67D3-3DB1883B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Measurables and KPIs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0D6BB-FFB0-77D8-49C4-0F14479B0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TC draft time: under 15 min per story</a:t>
            </a:r>
            <a:r>
              <a:rPr lang="en-US"/>
              <a:t>AC coverage: 100 percent at review</a:t>
            </a:r>
            <a:endParaRPr lang="en-IN"/>
          </a:p>
          <a:p>
            <a:r>
              <a:rPr lang="en-US"/>
              <a:t>SME turnaround: under 1 business day</a:t>
            </a:r>
            <a:endParaRPr lang="en-IN"/>
          </a:p>
          <a:p>
            <a:r>
              <a:rPr lang="en-US"/>
              <a:t>Automation coverage (P1/P2): 70 percent or higher</a:t>
            </a:r>
            <a:endParaRPr lang="en-IN"/>
          </a:p>
          <a:p>
            <a:r>
              <a:rPr lang="en-US"/>
              <a:t>Codegen first-pass approval: 85 percent or higher</a:t>
            </a:r>
            <a:endParaRPr lang="en-IN"/>
          </a:p>
          <a:p>
            <a:r>
              <a:rPr lang="en-US"/>
              <a:t>Defect label accuracy: 95 percent or higher</a:t>
            </a:r>
            <a:endParaRPr lang="en-IN"/>
          </a:p>
          <a:p>
            <a:r>
              <a:rPr lang="en-US"/>
              <a:t>Escape defect rate: trend down QoQ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05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77660-D4B3-5B73-9288-1BEC2D46E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Skills: People, Process, Technology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2F728-8500-B480-0EBC-E2F00B71C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People: QE Lead, QA SME, SDET, PO - plus prompt engineeringProcess: DOR, RACI, change control, audit trail, escalation SOP</a:t>
            </a:r>
          </a:p>
          <a:p>
            <a:r>
              <a:rPr lang="en-US"/>
              <a:t>Technology: Cursor, Jira, Confluence, XRay, Cypress/Playwright</a:t>
            </a:r>
            <a:endParaRPr lang="en-IN"/>
          </a:p>
          <a:p>
            <a:r>
              <a:rPr lang="en-IN"/>
              <a:t>MCP servers, CI/CD, vector index, metrics dashboard</a:t>
            </a:r>
          </a:p>
          <a:p>
            <a:r>
              <a:rPr lang="en-US"/>
              <a:t>Security: No PII/secrets in prompts; vault for credentials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945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DACE1-8A25-3693-69B1-1D7941C75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Rollout Roadmap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5402D-1251-DDD8-A28B-1C4F5B164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Pilot (Weeks 1-4): 1 squad, 10 stories, baseline metricsIntegrate (Weeks 5-10): XRay MCP, review automation, KPIs</a:t>
            </a:r>
          </a:p>
          <a:p>
            <a:r>
              <a:rPr lang="en-US"/>
              <a:t>Automate (Weeks 11-18): Codegen MCP, CI, defect agent</a:t>
            </a:r>
            <a:endParaRPr lang="en-IN"/>
          </a:p>
          <a:p>
            <a:r>
              <a:rPr lang="en-US"/>
              <a:t>Scale (Ongoing): All squads, prompt tuning, quarterly reviews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592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9AE4D-2894-24B5-1074-4BBDB2B0E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B5C1A-680E-E47C-69EB-B01DC6C97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Identify pilot squad and 10 representative storiesConfigure Atlassian MCP and Jira field mappings</a:t>
            </a:r>
          </a:p>
          <a:p>
            <a:r>
              <a:rPr lang="en-US"/>
              <a:t>Define prompt templates and TC taxonomy labels</a:t>
            </a:r>
            <a:endParaRPr lang="en-IN"/>
          </a:p>
          <a:p>
            <a:r>
              <a:rPr lang="en-US"/>
              <a:t>Establish SME review roster and checklists</a:t>
            </a:r>
            <a:endParaRPr lang="en-IN"/>
          </a:p>
          <a:p>
            <a:r>
              <a:rPr lang="en-US"/>
              <a:t>Set baseline KPIs and success criteria</a:t>
            </a:r>
            <a:endParaRPr lang="en-IN"/>
          </a:p>
          <a:p>
            <a:r>
              <a:rPr lang="en-IN"/>
              <a:t>Questions?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079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961</Words>
  <Application>Microsoft Office PowerPoint</Application>
  <PresentationFormat>Widescreen</PresentationFormat>
  <Paragraphs>102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Agentic QE Framework</vt:lpstr>
      <vt:lpstr>Executive Summary</vt:lpstr>
      <vt:lpstr>Problem Statement</vt:lpstr>
      <vt:lpstr>Vision and Objectives</vt:lpstr>
      <vt:lpstr>8-Phase Lifecycle Overview</vt:lpstr>
      <vt:lpstr>Phase 1-2: Intake and Knowledge</vt:lpstr>
      <vt:lpstr>Phase 3: Multi-Agent Test Design</vt:lpstr>
      <vt:lpstr>Test Case Taxonomy</vt:lpstr>
      <vt:lpstr>Phase 4: QA SME Review Gate</vt:lpstr>
      <vt:lpstr>Phase 5: XRay Publication</vt:lpstr>
      <vt:lpstr>Phase 6-7: Automation</vt:lpstr>
      <vt:lpstr>Phase 8: Execution and Defects</vt:lpstr>
      <vt:lpstr>MCP Integration Architecture</vt:lpstr>
      <vt:lpstr>Human-in-the-Loop Gates (6)</vt:lpstr>
      <vt:lpstr>Measurables and KPIs</vt:lpstr>
      <vt:lpstr>Skills: People, Process, Technology</vt:lpstr>
      <vt:lpstr>Rollout Roadmap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Mishra</dc:creator>
  <cp:lastModifiedBy>Vivek Mishra</cp:lastModifiedBy>
  <cp:revision>1</cp:revision>
  <dcterms:created xsi:type="dcterms:W3CDTF">2026-06-23T12:57:19Z</dcterms:created>
  <dcterms:modified xsi:type="dcterms:W3CDTF">2026-06-23T12:57:19Z</dcterms:modified>
</cp:coreProperties>
</file>